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416499-6E3F-4C15-B7B0-16D098461167}" v="39" dt="2026-01-29T15:58:29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Kopystianski" userId="23eb423b-5503-4c1a-b538-dea2d2716d3f" providerId="ADAL" clId="{2BA4B316-DF2A-4681-9785-36E3C9F0088C}"/>
    <pc:docChg chg="undo custSel addSld modSld">
      <pc:chgData name="Jakub Kopystianski" userId="23eb423b-5503-4c1a-b538-dea2d2716d3f" providerId="ADAL" clId="{2BA4B316-DF2A-4681-9785-36E3C9F0088C}" dt="2026-01-29T16:09:19.558" v="2292" actId="1076"/>
      <pc:docMkLst>
        <pc:docMk/>
      </pc:docMkLst>
      <pc:sldChg chg="modSp new mod">
        <pc:chgData name="Jakub Kopystianski" userId="23eb423b-5503-4c1a-b538-dea2d2716d3f" providerId="ADAL" clId="{2BA4B316-DF2A-4681-9785-36E3C9F0088C}" dt="2026-01-29T15:16:30.357" v="62"/>
        <pc:sldMkLst>
          <pc:docMk/>
          <pc:sldMk cId="4101841713" sldId="256"/>
        </pc:sldMkLst>
        <pc:spChg chg="mod">
          <ac:chgData name="Jakub Kopystianski" userId="23eb423b-5503-4c1a-b538-dea2d2716d3f" providerId="ADAL" clId="{2BA4B316-DF2A-4681-9785-36E3C9F0088C}" dt="2026-01-29T15:16:30.357" v="62"/>
          <ac:spMkLst>
            <pc:docMk/>
            <pc:sldMk cId="4101841713" sldId="256"/>
            <ac:spMk id="2" creationId="{EF9C7EFB-AEDE-F202-81EE-3836245342B6}"/>
          </ac:spMkLst>
        </pc:spChg>
        <pc:spChg chg="mod">
          <ac:chgData name="Jakub Kopystianski" userId="23eb423b-5503-4c1a-b538-dea2d2716d3f" providerId="ADAL" clId="{2BA4B316-DF2A-4681-9785-36E3C9F0088C}" dt="2026-01-29T15:16:30.357" v="62"/>
          <ac:spMkLst>
            <pc:docMk/>
            <pc:sldMk cId="4101841713" sldId="256"/>
            <ac:spMk id="3" creationId="{1677C1C0-AEDA-85FB-C1C1-D34D6DD59D3D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36:29.293" v="603" actId="20577"/>
        <pc:sldMkLst>
          <pc:docMk/>
          <pc:sldMk cId="2359469543" sldId="257"/>
        </pc:sldMkLst>
        <pc:spChg chg="mod">
          <ac:chgData name="Jakub Kopystianski" userId="23eb423b-5503-4c1a-b538-dea2d2716d3f" providerId="ADAL" clId="{2BA4B316-DF2A-4681-9785-36E3C9F0088C}" dt="2026-01-29T15:36:29.293" v="603" actId="20577"/>
          <ac:spMkLst>
            <pc:docMk/>
            <pc:sldMk cId="2359469543" sldId="257"/>
            <ac:spMk id="2" creationId="{D049FC0C-32F9-D34A-D568-2410689F483A}"/>
          </ac:spMkLst>
        </pc:spChg>
        <pc:spChg chg="mod">
          <ac:chgData name="Jakub Kopystianski" userId="23eb423b-5503-4c1a-b538-dea2d2716d3f" providerId="ADAL" clId="{2BA4B316-DF2A-4681-9785-36E3C9F0088C}" dt="2026-01-29T15:35:47.107" v="590" actId="20577"/>
          <ac:spMkLst>
            <pc:docMk/>
            <pc:sldMk cId="2359469543" sldId="257"/>
            <ac:spMk id="3" creationId="{099207CE-1D8F-C2ED-626A-3935754F7101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41:13.461" v="804" actId="20577"/>
        <pc:sldMkLst>
          <pc:docMk/>
          <pc:sldMk cId="4293856030" sldId="258"/>
        </pc:sldMkLst>
        <pc:spChg chg="mod">
          <ac:chgData name="Jakub Kopystianski" userId="23eb423b-5503-4c1a-b538-dea2d2716d3f" providerId="ADAL" clId="{2BA4B316-DF2A-4681-9785-36E3C9F0088C}" dt="2026-01-29T15:36:38.820" v="629" actId="20577"/>
          <ac:spMkLst>
            <pc:docMk/>
            <pc:sldMk cId="4293856030" sldId="258"/>
            <ac:spMk id="2" creationId="{079E174D-C596-C657-5E19-B2620D7A0399}"/>
          </ac:spMkLst>
        </pc:spChg>
        <pc:spChg chg="mod">
          <ac:chgData name="Jakub Kopystianski" userId="23eb423b-5503-4c1a-b538-dea2d2716d3f" providerId="ADAL" clId="{2BA4B316-DF2A-4681-9785-36E3C9F0088C}" dt="2026-01-29T15:41:13.461" v="804" actId="20577"/>
          <ac:spMkLst>
            <pc:docMk/>
            <pc:sldMk cId="4293856030" sldId="258"/>
            <ac:spMk id="3" creationId="{6A947F4B-2403-8C29-9FB0-BD3EAACB1975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45:00.986" v="936" actId="20577"/>
        <pc:sldMkLst>
          <pc:docMk/>
          <pc:sldMk cId="403666678" sldId="259"/>
        </pc:sldMkLst>
        <pc:spChg chg="mod">
          <ac:chgData name="Jakub Kopystianski" userId="23eb423b-5503-4c1a-b538-dea2d2716d3f" providerId="ADAL" clId="{2BA4B316-DF2A-4681-9785-36E3C9F0088C}" dt="2026-01-29T15:41:43.813" v="830" actId="20577"/>
          <ac:spMkLst>
            <pc:docMk/>
            <pc:sldMk cId="403666678" sldId="259"/>
            <ac:spMk id="2" creationId="{E6BB08CB-DCB0-CE8B-4C34-6C28F3BCD3F0}"/>
          </ac:spMkLst>
        </pc:spChg>
        <pc:spChg chg="mod">
          <ac:chgData name="Jakub Kopystianski" userId="23eb423b-5503-4c1a-b538-dea2d2716d3f" providerId="ADAL" clId="{2BA4B316-DF2A-4681-9785-36E3C9F0088C}" dt="2026-01-29T15:45:00.986" v="936" actId="20577"/>
          <ac:spMkLst>
            <pc:docMk/>
            <pc:sldMk cId="403666678" sldId="259"/>
            <ac:spMk id="3" creationId="{7016E13B-539A-A01F-FB92-705D45F088C7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49:53.162" v="1341" actId="20577"/>
        <pc:sldMkLst>
          <pc:docMk/>
          <pc:sldMk cId="2375999879" sldId="260"/>
        </pc:sldMkLst>
        <pc:spChg chg="mod">
          <ac:chgData name="Jakub Kopystianski" userId="23eb423b-5503-4c1a-b538-dea2d2716d3f" providerId="ADAL" clId="{2BA4B316-DF2A-4681-9785-36E3C9F0088C}" dt="2026-01-29T15:45:45.922" v="974" actId="20577"/>
          <ac:spMkLst>
            <pc:docMk/>
            <pc:sldMk cId="2375999879" sldId="260"/>
            <ac:spMk id="2" creationId="{7026A809-CDAC-BE6E-F331-3B419295D522}"/>
          </ac:spMkLst>
        </pc:spChg>
        <pc:spChg chg="mod">
          <ac:chgData name="Jakub Kopystianski" userId="23eb423b-5503-4c1a-b538-dea2d2716d3f" providerId="ADAL" clId="{2BA4B316-DF2A-4681-9785-36E3C9F0088C}" dt="2026-01-29T15:49:53.162" v="1341" actId="20577"/>
          <ac:spMkLst>
            <pc:docMk/>
            <pc:sldMk cId="2375999879" sldId="260"/>
            <ac:spMk id="3" creationId="{8384EAEB-2618-24DE-373A-7E53B507D530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54:02.092" v="1442" actId="20577"/>
        <pc:sldMkLst>
          <pc:docMk/>
          <pc:sldMk cId="3035146567" sldId="261"/>
        </pc:sldMkLst>
        <pc:spChg chg="mod">
          <ac:chgData name="Jakub Kopystianski" userId="23eb423b-5503-4c1a-b538-dea2d2716d3f" providerId="ADAL" clId="{2BA4B316-DF2A-4681-9785-36E3C9F0088C}" dt="2026-01-29T15:54:02.092" v="1442" actId="20577"/>
          <ac:spMkLst>
            <pc:docMk/>
            <pc:sldMk cId="3035146567" sldId="261"/>
            <ac:spMk id="2" creationId="{7F480486-C339-753E-6780-A875BC9353A5}"/>
          </ac:spMkLst>
        </pc:spChg>
        <pc:spChg chg="mod">
          <ac:chgData name="Jakub Kopystianski" userId="23eb423b-5503-4c1a-b538-dea2d2716d3f" providerId="ADAL" clId="{2BA4B316-DF2A-4681-9785-36E3C9F0088C}" dt="2026-01-29T15:51:45.894" v="1383"/>
          <ac:spMkLst>
            <pc:docMk/>
            <pc:sldMk cId="3035146567" sldId="261"/>
            <ac:spMk id="3" creationId="{75222B53-79E1-209B-80BC-2C98DD98EB5B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53:54.462" v="1436" actId="20577"/>
        <pc:sldMkLst>
          <pc:docMk/>
          <pc:sldMk cId="1775437869" sldId="262"/>
        </pc:sldMkLst>
        <pc:spChg chg="mod">
          <ac:chgData name="Jakub Kopystianski" userId="23eb423b-5503-4c1a-b538-dea2d2716d3f" providerId="ADAL" clId="{2BA4B316-DF2A-4681-9785-36E3C9F0088C}" dt="2026-01-29T15:53:54.462" v="1436" actId="20577"/>
          <ac:spMkLst>
            <pc:docMk/>
            <pc:sldMk cId="1775437869" sldId="262"/>
            <ac:spMk id="2" creationId="{D3FB9C72-FFCA-8814-1A37-49DD7DAFF19F}"/>
          </ac:spMkLst>
        </pc:spChg>
        <pc:spChg chg="mod">
          <ac:chgData name="Jakub Kopystianski" userId="23eb423b-5503-4c1a-b538-dea2d2716d3f" providerId="ADAL" clId="{2BA4B316-DF2A-4681-9785-36E3C9F0088C}" dt="2026-01-29T15:53:42.425" v="1428"/>
          <ac:spMkLst>
            <pc:docMk/>
            <pc:sldMk cId="1775437869" sldId="262"/>
            <ac:spMk id="3" creationId="{ABB12874-53B5-3113-6076-FE04B8D786E5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56:07.271" v="1500"/>
        <pc:sldMkLst>
          <pc:docMk/>
          <pc:sldMk cId="410293354" sldId="263"/>
        </pc:sldMkLst>
        <pc:spChg chg="mod">
          <ac:chgData name="Jakub Kopystianski" userId="23eb423b-5503-4c1a-b538-dea2d2716d3f" providerId="ADAL" clId="{2BA4B316-DF2A-4681-9785-36E3C9F0088C}" dt="2026-01-29T15:54:37.661" v="1485" actId="20577"/>
          <ac:spMkLst>
            <pc:docMk/>
            <pc:sldMk cId="410293354" sldId="263"/>
            <ac:spMk id="2" creationId="{2A6C97CB-BD26-9E8E-CA6E-32E6981E2B53}"/>
          </ac:spMkLst>
        </pc:spChg>
        <pc:spChg chg="mod">
          <ac:chgData name="Jakub Kopystianski" userId="23eb423b-5503-4c1a-b538-dea2d2716d3f" providerId="ADAL" clId="{2BA4B316-DF2A-4681-9785-36E3C9F0088C}" dt="2026-01-29T15:56:07.271" v="1500"/>
          <ac:spMkLst>
            <pc:docMk/>
            <pc:sldMk cId="410293354" sldId="263"/>
            <ac:spMk id="3" creationId="{6D2EB8E0-EC74-0762-63DB-D2D149AA7CD5}"/>
          </ac:spMkLst>
        </pc:spChg>
      </pc:sldChg>
      <pc:sldChg chg="modSp new mod">
        <pc:chgData name="Jakub Kopystianski" userId="23eb423b-5503-4c1a-b538-dea2d2716d3f" providerId="ADAL" clId="{2BA4B316-DF2A-4681-9785-36E3C9F0088C}" dt="2026-01-29T15:58:29.514" v="1559"/>
        <pc:sldMkLst>
          <pc:docMk/>
          <pc:sldMk cId="190086188" sldId="264"/>
        </pc:sldMkLst>
        <pc:spChg chg="mod">
          <ac:chgData name="Jakub Kopystianski" userId="23eb423b-5503-4c1a-b538-dea2d2716d3f" providerId="ADAL" clId="{2BA4B316-DF2A-4681-9785-36E3C9F0088C}" dt="2026-01-29T15:56:35.396" v="1541" actId="20577"/>
          <ac:spMkLst>
            <pc:docMk/>
            <pc:sldMk cId="190086188" sldId="264"/>
            <ac:spMk id="2" creationId="{776EC07B-688E-F3E9-C315-E298A83CB338}"/>
          </ac:spMkLst>
        </pc:spChg>
        <pc:spChg chg="mod">
          <ac:chgData name="Jakub Kopystianski" userId="23eb423b-5503-4c1a-b538-dea2d2716d3f" providerId="ADAL" clId="{2BA4B316-DF2A-4681-9785-36E3C9F0088C}" dt="2026-01-29T15:58:29.514" v="1559"/>
          <ac:spMkLst>
            <pc:docMk/>
            <pc:sldMk cId="190086188" sldId="264"/>
            <ac:spMk id="3" creationId="{8BB62260-F784-9573-F493-3F57B4935E07}"/>
          </ac:spMkLst>
        </pc:spChg>
      </pc:sldChg>
      <pc:sldChg chg="addSp delSp modSp new mod">
        <pc:chgData name="Jakub Kopystianski" userId="23eb423b-5503-4c1a-b538-dea2d2716d3f" providerId="ADAL" clId="{2BA4B316-DF2A-4681-9785-36E3C9F0088C}" dt="2026-01-29T15:59:30.334" v="1574" actId="14100"/>
        <pc:sldMkLst>
          <pc:docMk/>
          <pc:sldMk cId="3508645662" sldId="265"/>
        </pc:sldMkLst>
        <pc:spChg chg="mod">
          <ac:chgData name="Jakub Kopystianski" userId="23eb423b-5503-4c1a-b538-dea2d2716d3f" providerId="ADAL" clId="{2BA4B316-DF2A-4681-9785-36E3C9F0088C}" dt="2026-01-29T15:59:26.627" v="1573" actId="14100"/>
          <ac:spMkLst>
            <pc:docMk/>
            <pc:sldMk cId="3508645662" sldId="265"/>
            <ac:spMk id="2" creationId="{DF397677-426A-5D6E-7690-DB8CE1C18A99}"/>
          </ac:spMkLst>
        </pc:spChg>
        <pc:spChg chg="del">
          <ac:chgData name="Jakub Kopystianski" userId="23eb423b-5503-4c1a-b538-dea2d2716d3f" providerId="ADAL" clId="{2BA4B316-DF2A-4681-9785-36E3C9F0088C}" dt="2026-01-29T15:59:13.877" v="1561" actId="22"/>
          <ac:spMkLst>
            <pc:docMk/>
            <pc:sldMk cId="3508645662" sldId="265"/>
            <ac:spMk id="3" creationId="{581AA9E9-5B0E-6DB9-7918-F591D3E2E0AE}"/>
          </ac:spMkLst>
        </pc:spChg>
        <pc:picChg chg="add mod ord">
          <ac:chgData name="Jakub Kopystianski" userId="23eb423b-5503-4c1a-b538-dea2d2716d3f" providerId="ADAL" clId="{2BA4B316-DF2A-4681-9785-36E3C9F0088C}" dt="2026-01-29T15:59:30.334" v="1574" actId="14100"/>
          <ac:picMkLst>
            <pc:docMk/>
            <pc:sldMk cId="3508645662" sldId="265"/>
            <ac:picMk id="5" creationId="{E5DE3CF9-38B5-D10E-5E51-C8BCC707B9A8}"/>
          </ac:picMkLst>
        </pc:picChg>
      </pc:sldChg>
      <pc:sldChg chg="addSp modSp new mod">
        <pc:chgData name="Jakub Kopystianski" userId="23eb423b-5503-4c1a-b538-dea2d2716d3f" providerId="ADAL" clId="{2BA4B316-DF2A-4681-9785-36E3C9F0088C}" dt="2026-01-29T16:04:43.370" v="2039" actId="20577"/>
        <pc:sldMkLst>
          <pc:docMk/>
          <pc:sldMk cId="2669424186" sldId="266"/>
        </pc:sldMkLst>
        <pc:spChg chg="mod">
          <ac:chgData name="Jakub Kopystianski" userId="23eb423b-5503-4c1a-b538-dea2d2716d3f" providerId="ADAL" clId="{2BA4B316-DF2A-4681-9785-36E3C9F0088C}" dt="2026-01-29T16:00:15.052" v="1594" actId="14100"/>
          <ac:spMkLst>
            <pc:docMk/>
            <pc:sldMk cId="2669424186" sldId="266"/>
            <ac:spMk id="2" creationId="{7C19428E-EB05-4F12-60E3-C99E8B595E51}"/>
          </ac:spMkLst>
        </pc:spChg>
        <pc:spChg chg="mod">
          <ac:chgData name="Jakub Kopystianski" userId="23eb423b-5503-4c1a-b538-dea2d2716d3f" providerId="ADAL" clId="{2BA4B316-DF2A-4681-9785-36E3C9F0088C}" dt="2026-01-29T16:04:43.370" v="2039" actId="20577"/>
          <ac:spMkLst>
            <pc:docMk/>
            <pc:sldMk cId="2669424186" sldId="266"/>
            <ac:spMk id="3" creationId="{DAC9B358-0818-A42C-18D1-F1F77C9B554A}"/>
          </ac:spMkLst>
        </pc:spChg>
        <pc:picChg chg="add mod">
          <ac:chgData name="Jakub Kopystianski" userId="23eb423b-5503-4c1a-b538-dea2d2716d3f" providerId="ADAL" clId="{2BA4B316-DF2A-4681-9785-36E3C9F0088C}" dt="2026-01-29T16:00:29.742" v="1598" actId="1076"/>
          <ac:picMkLst>
            <pc:docMk/>
            <pc:sldMk cId="2669424186" sldId="266"/>
            <ac:picMk id="5" creationId="{010AD250-20F2-C22C-6D11-C6C61D719B88}"/>
          </ac:picMkLst>
        </pc:picChg>
      </pc:sldChg>
      <pc:sldChg chg="addSp modSp new mod">
        <pc:chgData name="Jakub Kopystianski" userId="23eb423b-5503-4c1a-b538-dea2d2716d3f" providerId="ADAL" clId="{2BA4B316-DF2A-4681-9785-36E3C9F0088C}" dt="2026-01-29T16:06:22.387" v="2125" actId="1076"/>
        <pc:sldMkLst>
          <pc:docMk/>
          <pc:sldMk cId="2973577194" sldId="267"/>
        </pc:sldMkLst>
        <pc:spChg chg="mod">
          <ac:chgData name="Jakub Kopystianski" userId="23eb423b-5503-4c1a-b538-dea2d2716d3f" providerId="ADAL" clId="{2BA4B316-DF2A-4681-9785-36E3C9F0088C}" dt="2026-01-29T16:05:09.144" v="2061" actId="20577"/>
          <ac:spMkLst>
            <pc:docMk/>
            <pc:sldMk cId="2973577194" sldId="267"/>
            <ac:spMk id="2" creationId="{6CC82E36-D2A5-4C78-B788-1ADE3BFCFE86}"/>
          </ac:spMkLst>
        </pc:spChg>
        <pc:spChg chg="mod">
          <ac:chgData name="Jakub Kopystianski" userId="23eb423b-5503-4c1a-b538-dea2d2716d3f" providerId="ADAL" clId="{2BA4B316-DF2A-4681-9785-36E3C9F0088C}" dt="2026-01-29T16:05:34.585" v="2117" actId="20577"/>
          <ac:spMkLst>
            <pc:docMk/>
            <pc:sldMk cId="2973577194" sldId="267"/>
            <ac:spMk id="3" creationId="{0CF57E24-5372-0156-921B-46450B91085D}"/>
          </ac:spMkLst>
        </pc:spChg>
        <pc:picChg chg="add mod">
          <ac:chgData name="Jakub Kopystianski" userId="23eb423b-5503-4c1a-b538-dea2d2716d3f" providerId="ADAL" clId="{2BA4B316-DF2A-4681-9785-36E3C9F0088C}" dt="2026-01-29T16:06:01.852" v="2121" actId="1076"/>
          <ac:picMkLst>
            <pc:docMk/>
            <pc:sldMk cId="2973577194" sldId="267"/>
            <ac:picMk id="5" creationId="{22B3C437-48E7-F507-C86A-2F64A0CCA877}"/>
          </ac:picMkLst>
        </pc:picChg>
        <pc:picChg chg="add mod">
          <ac:chgData name="Jakub Kopystianski" userId="23eb423b-5503-4c1a-b538-dea2d2716d3f" providerId="ADAL" clId="{2BA4B316-DF2A-4681-9785-36E3C9F0088C}" dt="2026-01-29T16:06:22.387" v="2125" actId="1076"/>
          <ac:picMkLst>
            <pc:docMk/>
            <pc:sldMk cId="2973577194" sldId="267"/>
            <ac:picMk id="7" creationId="{B4C4FF78-AA2A-F8F2-B4BC-AD6FD3F36491}"/>
          </ac:picMkLst>
        </pc:picChg>
      </pc:sldChg>
      <pc:sldChg chg="addSp modSp new mod">
        <pc:chgData name="Jakub Kopystianski" userId="23eb423b-5503-4c1a-b538-dea2d2716d3f" providerId="ADAL" clId="{2BA4B316-DF2A-4681-9785-36E3C9F0088C}" dt="2026-01-29T16:09:19.558" v="2292" actId="1076"/>
        <pc:sldMkLst>
          <pc:docMk/>
          <pc:sldMk cId="3694835284" sldId="268"/>
        </pc:sldMkLst>
        <pc:spChg chg="mod">
          <ac:chgData name="Jakub Kopystianski" userId="23eb423b-5503-4c1a-b538-dea2d2716d3f" providerId="ADAL" clId="{2BA4B316-DF2A-4681-9785-36E3C9F0088C}" dt="2026-01-29T16:06:49.749" v="2151" actId="20577"/>
          <ac:spMkLst>
            <pc:docMk/>
            <pc:sldMk cId="3694835284" sldId="268"/>
            <ac:spMk id="2" creationId="{C7661EA2-A2FB-B6A1-8331-77F39865B3C8}"/>
          </ac:spMkLst>
        </pc:spChg>
        <pc:spChg chg="mod">
          <ac:chgData name="Jakub Kopystianski" userId="23eb423b-5503-4c1a-b538-dea2d2716d3f" providerId="ADAL" clId="{2BA4B316-DF2A-4681-9785-36E3C9F0088C}" dt="2026-01-29T16:09:02.293" v="2288" actId="20577"/>
          <ac:spMkLst>
            <pc:docMk/>
            <pc:sldMk cId="3694835284" sldId="268"/>
            <ac:spMk id="3" creationId="{9AC7EF55-3DCD-4071-D809-4FB7CD5F5B0B}"/>
          </ac:spMkLst>
        </pc:spChg>
        <pc:picChg chg="add mod">
          <ac:chgData name="Jakub Kopystianski" userId="23eb423b-5503-4c1a-b538-dea2d2716d3f" providerId="ADAL" clId="{2BA4B316-DF2A-4681-9785-36E3C9F0088C}" dt="2026-01-29T16:07:56.841" v="2155" actId="1076"/>
          <ac:picMkLst>
            <pc:docMk/>
            <pc:sldMk cId="3694835284" sldId="268"/>
            <ac:picMk id="5" creationId="{2A3E8AE5-3623-D485-D090-08F6928696BB}"/>
          </ac:picMkLst>
        </pc:picChg>
        <pc:picChg chg="add mod">
          <ac:chgData name="Jakub Kopystianski" userId="23eb423b-5503-4c1a-b538-dea2d2716d3f" providerId="ADAL" clId="{2BA4B316-DF2A-4681-9785-36E3C9F0088C}" dt="2026-01-29T16:09:19.558" v="2292" actId="1076"/>
          <ac:picMkLst>
            <pc:docMk/>
            <pc:sldMk cId="3694835284" sldId="268"/>
            <ac:picMk id="7" creationId="{50D6B840-CFCA-8E83-951B-5031CF799E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1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6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6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4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79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2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7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4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309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95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1104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34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49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3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59DFD-3E4D-4C5F-897A-250EC026925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2F9452F-E931-439E-AB6F-23DF899EC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google/flan-t5-smal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7EFB-AEDE-F202-81EE-383624534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Projekt na Modele Językowe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7C1C0-AEDA-85FB-C1C1-D34D6DD59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Kamil Tasarz i Jakub Kopystiański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4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FC0C-32F9-D34A-D568-2410689F4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Jaki był pomysł na projekt?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207CE-1D8F-C2ED-626A-3935754F7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Wziąć model</a:t>
            </a:r>
          </a:p>
          <a:p>
            <a:r>
              <a:rPr lang="pl-PL" dirty="0"/>
              <a:t>Wziąć tekst bibli w dwóch językach (en i pl) podzielony na wersety</a:t>
            </a:r>
          </a:p>
          <a:p>
            <a:r>
              <a:rPr lang="pl-PL" dirty="0"/>
              <a:t>Podzielić teksty na dane treningowe i testowe</a:t>
            </a:r>
          </a:p>
          <a:p>
            <a:r>
              <a:rPr lang="pl-PL" dirty="0"/>
              <a:t>Przygotować teksty z innych dziedzin w dwóch językach</a:t>
            </a:r>
          </a:p>
          <a:p>
            <a:r>
              <a:rPr lang="pl-PL" dirty="0"/>
              <a:t>Zrobić fine-tuning modelu (wejście: werset po angielsku, wzorowe wyjście: werset po polsku)</a:t>
            </a:r>
          </a:p>
          <a:p>
            <a:r>
              <a:rPr lang="pl-PL" dirty="0"/>
              <a:t>Sprawdzić jak radzą sobie modele (czysty [baseline] i po fine-tuningu [finetuned]) na danych testowych z biblii oraz na innych tekstach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6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E174D-C596-C657-5E19-B2620D7A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miało być a nie wyszło?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7F4B-2403-8C29-9FB0-BD3EAACB1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Zrobienie eksperymentu na dużym modelu (facebook/nllb-200-distilled-600M)</a:t>
            </a:r>
          </a:p>
          <a:p>
            <a:r>
              <a:rPr lang="pl-PL" dirty="0"/>
              <a:t>Zrobienie eksperymentu na mniejszym modelu (google/mt5-small)</a:t>
            </a:r>
          </a:p>
          <a:p>
            <a:endParaRPr lang="pl-PL" dirty="0"/>
          </a:p>
          <a:p>
            <a:r>
              <a:rPr lang="pl-PL" dirty="0"/>
              <a:t>Przerósł nas fine-tuning mniejszego modelu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5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08CB-DCB0-CE8B-4C34-6C28F3BC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 co się udało?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E13B-539A-A01F-FB92-705D45F08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Udało się wykonać cały eksperyment na modelu google/flan-t5-small</a:t>
            </a:r>
          </a:p>
          <a:p>
            <a:r>
              <a:rPr lang="en-US" dirty="0">
                <a:hlinkClick r:id="rId2"/>
              </a:rPr>
              <a:t>https://huggingface.co/google/flan-t5-small</a:t>
            </a:r>
            <a:endParaRPr lang="pl-PL" dirty="0"/>
          </a:p>
          <a:p>
            <a:r>
              <a:rPr lang="pl-PL" dirty="0"/>
              <a:t>Około 4 razy mniejszy od google/mt5-small (liczba parametrów)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6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A809-CDAC-BE6E-F331-3B419295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Jakie teksty zostały użyte?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EAEB-2618-24DE-373A-7E53B507D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Tekst Biblii</a:t>
            </a:r>
          </a:p>
          <a:p>
            <a:r>
              <a:rPr lang="pl-PL" dirty="0"/>
              <a:t>Techniczny IT</a:t>
            </a:r>
          </a:p>
          <a:p>
            <a:r>
              <a:rPr lang="pl-PL" dirty="0"/>
              <a:t>Teologiczny</a:t>
            </a:r>
          </a:p>
          <a:p>
            <a:r>
              <a:rPr lang="pl-PL" dirty="0"/>
              <a:t>Współczesny (pop-kultura, książki, memy, złote myśli, filmy itd)</a:t>
            </a:r>
          </a:p>
          <a:p>
            <a:r>
              <a:rPr lang="pl-PL" dirty="0"/>
              <a:t>Techniczny Ogólnie (Nacisk na zbiór porad, trochę o higienie i rolnictwie, może z jakichś prac dyplomowych) – motywowane tym że Biblia także zawiera teksty z poradami dotyczące higieny, rolnictwa itd.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9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0486-C339-753E-6780-A875BC93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tekst techniczy IT (100)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2B53-79E1-209B-80BC-2C98DD98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Aplikacja</a:t>
            </a:r>
            <a:r>
              <a:rPr lang="en-US" dirty="0"/>
              <a:t> </a:t>
            </a:r>
            <a:r>
              <a:rPr lang="en-US" dirty="0" err="1"/>
              <a:t>wymaga</a:t>
            </a:r>
            <a:r>
              <a:rPr lang="en-US" dirty="0"/>
              <a:t> </a:t>
            </a:r>
            <a:r>
              <a:rPr lang="en-US" dirty="0" err="1"/>
              <a:t>uwierzytelnienia</a:t>
            </a:r>
            <a:r>
              <a:rPr lang="en-US" dirty="0"/>
              <a:t> </a:t>
            </a:r>
            <a:r>
              <a:rPr lang="en-US" dirty="0" err="1"/>
              <a:t>użytkownika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Licencja na oprogramowanie wkrótce wygaśnie.</a:t>
            </a:r>
          </a:p>
          <a:p>
            <a:r>
              <a:rPr lang="pl-PL" dirty="0"/>
              <a:t>Włącz dwuskładnikowe uwierzytelnianie dla dodatkowego bezpieczeństwa.</a:t>
            </a:r>
          </a:p>
          <a:p>
            <a:r>
              <a:rPr lang="pl-PL" dirty="0"/>
              <a:t>Projekt wymaga kompatybilności między platformami.</a:t>
            </a:r>
          </a:p>
          <a:p>
            <a:r>
              <a:rPr lang="pl-PL" dirty="0"/>
              <a:t>Uczy się programować w JavaScript.</a:t>
            </a:r>
          </a:p>
          <a:p>
            <a:r>
              <a:rPr lang="pl-PL" dirty="0"/>
              <a:t>Interfejs jest intuicyjny i łatwy w obsłudze.</a:t>
            </a:r>
          </a:p>
          <a:p>
            <a:r>
              <a:rPr lang="pl-PL" dirty="0"/>
              <a:t>Strona internetowa ładuje się szybko na wszystkich urządzeniach.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4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9C72-FFCA-8814-1A37-49DD7DAF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tekstów Teologicznych (258)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2874-53B5-3113-6076-FE04B8D78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Trójca Święta składa się z Ojca, Syna i Ducha Świętego.</a:t>
            </a:r>
          </a:p>
          <a:p>
            <a:r>
              <a:rPr lang="pl-PL" dirty="0"/>
              <a:t>Duch Święty zstąpił w dniu Pięćdziesiątnicy.</a:t>
            </a:r>
          </a:p>
          <a:p>
            <a:r>
              <a:rPr lang="en-US" dirty="0"/>
              <a:t>Wiara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przenosić</a:t>
            </a:r>
            <a:r>
              <a:rPr lang="en-US" dirty="0"/>
              <a:t> </a:t>
            </a:r>
            <a:r>
              <a:rPr lang="en-US" dirty="0" err="1"/>
              <a:t>góry</a:t>
            </a:r>
            <a:r>
              <a:rPr lang="en-US" dirty="0"/>
              <a:t>.</a:t>
            </a:r>
            <a:endParaRPr lang="pl-PL" dirty="0"/>
          </a:p>
          <a:p>
            <a:r>
              <a:rPr lang="en-US" dirty="0" err="1"/>
              <a:t>Miłosierdzie</a:t>
            </a:r>
            <a:r>
              <a:rPr lang="en-US" dirty="0"/>
              <a:t> </a:t>
            </a:r>
            <a:r>
              <a:rPr lang="en-US" dirty="0" err="1"/>
              <a:t>Boże</a:t>
            </a:r>
            <a:r>
              <a:rPr lang="en-US" dirty="0"/>
              <a:t> jest </a:t>
            </a:r>
            <a:r>
              <a:rPr lang="en-US" dirty="0" err="1"/>
              <a:t>nieskończone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Biblia zawiera opowieść o Wyjściu z Egiptu.</a:t>
            </a:r>
          </a:p>
          <a:p>
            <a:r>
              <a:rPr lang="pl-PL" dirty="0"/>
              <a:t>Jezus przebaczył tym, którzy go ukrzyżowali.</a:t>
            </a:r>
          </a:p>
          <a:p>
            <a:r>
              <a:rPr lang="pl-PL" dirty="0"/>
              <a:t>Nabożeństwo chrześcijańskie obejmuje śpiew i modlitwę.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43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97CB-BD26-9E8E-CA6E-32E6981E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tekstów współczesnych (733)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EB8E0-EC74-0762-63DB-D2D149AA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Świętuj</a:t>
            </a:r>
            <a:r>
              <a:rPr lang="en-US" dirty="0"/>
              <a:t> </a:t>
            </a:r>
            <a:r>
              <a:rPr lang="en-US" dirty="0" err="1"/>
              <a:t>siebie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Nie musisz mieć wszystkiego zaplanowanego, by ruszyć naprzód.</a:t>
            </a:r>
          </a:p>
          <a:p>
            <a:r>
              <a:rPr lang="pl-PL" dirty="0"/>
              <a:t>Idź tam, gdzie czujesz się najbardziej żywy.</a:t>
            </a:r>
          </a:p>
          <a:p>
            <a:r>
              <a:rPr lang="pl-PL" dirty="0"/>
              <a:t>Najlepszy widok pojawia się po najtrudniejszej wspinaczce.</a:t>
            </a:r>
          </a:p>
          <a:p>
            <a:r>
              <a:rPr lang="en-US" dirty="0"/>
              <a:t>Hakuna Matata!</a:t>
            </a:r>
            <a:endParaRPr lang="pl-PL" dirty="0"/>
          </a:p>
          <a:p>
            <a:r>
              <a:rPr lang="en-US" dirty="0" err="1"/>
              <a:t>Gęsia</a:t>
            </a:r>
            <a:r>
              <a:rPr lang="en-US" dirty="0"/>
              <a:t> </a:t>
            </a:r>
            <a:r>
              <a:rPr lang="en-US" dirty="0" err="1"/>
              <a:t>skórka</a:t>
            </a:r>
            <a:r>
              <a:rPr lang="en-US" dirty="0"/>
              <a:t>.</a:t>
            </a:r>
            <a:endParaRPr lang="pl-PL" dirty="0"/>
          </a:p>
          <a:p>
            <a:r>
              <a:rPr lang="en-US" dirty="0" err="1"/>
              <a:t>Expecto</a:t>
            </a:r>
            <a:r>
              <a:rPr lang="en-US" dirty="0"/>
              <a:t> </a:t>
            </a:r>
            <a:r>
              <a:rPr lang="en-US" dirty="0" err="1"/>
              <a:t>Patronum</a:t>
            </a:r>
            <a:r>
              <a:rPr lang="en-US" dirty="0"/>
              <a:t>!</a:t>
            </a:r>
            <a:endParaRPr lang="pl-PL" dirty="0"/>
          </a:p>
          <a:p>
            <a:r>
              <a:rPr lang="pl-PL" dirty="0"/>
              <a:t>Tańcz, jakby nikt nie patrzył.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C07B-688E-F3E9-C315-E298A83C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tekstów technicznych (930)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2260-F784-9573-F493-3F57B493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Rutynowe czyszczenie ściółki zwierząt wspiera warunki sanitarne.</a:t>
            </a:r>
          </a:p>
          <a:p>
            <a:r>
              <a:rPr lang="pl-PL" dirty="0"/>
              <a:t>Monitorowanie wskaźników urodzin zwierząt wspiera planowanie.</a:t>
            </a:r>
          </a:p>
          <a:p>
            <a:r>
              <a:rPr lang="pl-PL" dirty="0"/>
              <a:t>Stosowanie schronień dla zwierząt zasilanych energią słoneczną wspiera zrównoważenie produkcji.</a:t>
            </a:r>
          </a:p>
          <a:p>
            <a:r>
              <a:rPr lang="pl-PL" dirty="0"/>
              <a:t>Rutynowe czyszczenie sal udojowych wspiera higienę.</a:t>
            </a:r>
          </a:p>
          <a:p>
            <a:r>
              <a:rPr lang="pl-PL" dirty="0"/>
              <a:t>Monitorowanie resztek pożniwnych wspiera jakość gleby.</a:t>
            </a:r>
          </a:p>
          <a:p>
            <a:r>
              <a:rPr lang="pl-PL" dirty="0"/>
              <a:t>Biodegradowalne środki dezynfekujące minimalizują wpływ na środowisko.</a:t>
            </a:r>
          </a:p>
          <a:p>
            <a:r>
              <a:rPr lang="pl-PL" dirty="0"/>
              <a:t>Automatyczna kontrola klimatu w szklarniach poprawia wzrost roślin.</a:t>
            </a:r>
          </a:p>
          <a:p>
            <a:r>
              <a:rPr lang="pl-PL" dirty="0"/>
              <a:t>Regularne badanie gleby poprawia plonowanie i zdrowie roślin.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8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7677-426A-5D6E-7690-DB8CE1C1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632729" cy="5165558"/>
          </a:xfrm>
        </p:spPr>
        <p:txBody>
          <a:bodyPr/>
          <a:lstStyle/>
          <a:p>
            <a:r>
              <a:rPr lang="pl-PL" dirty="0"/>
              <a:t>Results</a:t>
            </a:r>
            <a:endParaRPr lang="en-US" dirty="0"/>
          </a:p>
        </p:txBody>
      </p:sp>
      <p:pic>
        <p:nvPicPr>
          <p:cNvPr id="5" name="Content Placeholder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E5DE3CF9-38B5-D10E-5E51-C8BCC707B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9030" y="479978"/>
            <a:ext cx="4376309" cy="556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4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428E-EB05-4F12-60E3-C99E8B59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472182" cy="959318"/>
          </a:xfrm>
        </p:spPr>
        <p:txBody>
          <a:bodyPr/>
          <a:lstStyle/>
          <a:p>
            <a:r>
              <a:rPr lang="pl-PL" dirty="0"/>
              <a:t>Omówienie wyników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9B358-0818-A42C-18D1-F1F77C9B5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Mały model nie daje satysfakcjonujących wyników (bez i z fine-tuningiem). BLEU jest bardzo niskie. Eksperyment trzeba by przeprowadzić na modelu finetuningowanym na tłumaczenie en-&gt;pl i finetuningować go raz jeszcze tekstami biblijnymi. </a:t>
            </a:r>
          </a:p>
          <a:p>
            <a:r>
              <a:rPr lang="pl-PL" dirty="0"/>
              <a:t>Możemy ocenić tendencje (Czy fine tuning pomógł czy zaszkodził) i tutaj wyniki są oczekiwane, czyli:</a:t>
            </a:r>
          </a:p>
          <a:p>
            <a:r>
              <a:rPr lang="pl-PL" dirty="0"/>
              <a:t>Lepsze wyniki dla tekstów biblijnych osiąga fine-tuned</a:t>
            </a:r>
            <a:endParaRPr lang="en-US" dirty="0"/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10AD250-20F2-C22C-6D11-C6C61D719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09600"/>
            <a:ext cx="4313294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2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2E36-D2A5-4C78-B788-1ADE3BFC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Omówienie wyników cd.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7E24-5372-0156-921B-46450B910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Występuje pogorszenie tłumaczeń tekstów technicznych</a:t>
            </a:r>
            <a:endParaRPr lang="en-US" dirty="0"/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2B3C437-48E7-F507-C86A-2F64A0CC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33531"/>
            <a:ext cx="4366638" cy="1005927"/>
          </a:xfrm>
          <a:prstGeom prst="rect">
            <a:avLst/>
          </a:prstGeom>
        </p:spPr>
      </p:pic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4C4FF78-AA2A-F8F2-B4BC-AD6FD3F36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8" y="4295555"/>
            <a:ext cx="4381880" cy="9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77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1EA2-A2FB-B6A1-8331-77F39865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Omówienie wyników cd.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7EF55-3DCD-4071-D809-4FB7CD5F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309580" cy="3880773"/>
          </a:xfrm>
        </p:spPr>
        <p:txBody>
          <a:bodyPr/>
          <a:lstStyle/>
          <a:p>
            <a:r>
              <a:rPr lang="pl-PL" dirty="0"/>
              <a:t>Teksty Teologiczne wypadają lepiej, jest to delikatne zaskoczenie.</a:t>
            </a:r>
          </a:p>
          <a:p>
            <a:r>
              <a:rPr lang="pl-PL" dirty="0"/>
              <a:t>Teksty Współczesne wypadają podobnie w obydwu przypadkach</a:t>
            </a:r>
            <a:endParaRPr lang="en-US" dirty="0"/>
          </a:p>
        </p:txBody>
      </p:sp>
      <p:pic>
        <p:nvPicPr>
          <p:cNvPr id="5" name="Picture 4" descr="A table with numbers and percentages&#10;&#10;AI-generated content may be incorrect.">
            <a:extLst>
              <a:ext uri="{FF2B5EF4-FFF2-40B4-BE49-F238E27FC236}">
                <a16:creationId xmlns:a16="http://schemas.microsoft.com/office/drawing/2014/main" id="{2A3E8AE5-3623-D485-D090-08F69286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0400"/>
            <a:ext cx="4389500" cy="990686"/>
          </a:xfrm>
          <a:prstGeom prst="rect">
            <a:avLst/>
          </a:prstGeom>
        </p:spPr>
      </p:pic>
      <p:pic>
        <p:nvPicPr>
          <p:cNvPr id="7" name="Picture 6" descr="A table with numbers and a few percentages&#10;&#10;AI-generated content may be incorrect.">
            <a:extLst>
              <a:ext uri="{FF2B5EF4-FFF2-40B4-BE49-F238E27FC236}">
                <a16:creationId xmlns:a16="http://schemas.microsoft.com/office/drawing/2014/main" id="{50D6B840-CFCA-8E83-951B-5031CF799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51200"/>
            <a:ext cx="4359018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352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548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Projekt na Modele Językowe</vt:lpstr>
      <vt:lpstr>Jaki był pomysł na projekt?</vt:lpstr>
      <vt:lpstr>Co miało być a nie wyszło?</vt:lpstr>
      <vt:lpstr>A co się udało?</vt:lpstr>
      <vt:lpstr>Jakie teksty zostały użyte?</vt:lpstr>
      <vt:lpstr>Przykłady tekst techniczy IT (100)</vt:lpstr>
      <vt:lpstr>Przykłady tekstów Teologicznych (258)</vt:lpstr>
      <vt:lpstr>Przykłady tekstów współczesnych (733)</vt:lpstr>
      <vt:lpstr>Przykłady tekstów technicznych (930)</vt:lpstr>
      <vt:lpstr>Results</vt:lpstr>
      <vt:lpstr>Omówienie wyników</vt:lpstr>
      <vt:lpstr>Omówienie wyników cd.</vt:lpstr>
      <vt:lpstr>Omówienie wyników cd.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Kopystianski</dc:creator>
  <cp:lastModifiedBy>Jakub Kopystianski</cp:lastModifiedBy>
  <cp:revision>1</cp:revision>
  <dcterms:created xsi:type="dcterms:W3CDTF">2026-01-29T15:15:48Z</dcterms:created>
  <dcterms:modified xsi:type="dcterms:W3CDTF">2026-01-29T16:09:19Z</dcterms:modified>
</cp:coreProperties>
</file>